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Credit Scoring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Alternative Data for Freshers</a:t>
            </a:r>
          </a:p>
          <a:p/>
          <a:p>
            <a:r>
              <a:t>A New Era of Financial Inclusion</a:t>
            </a:r>
          </a:p>
        </p:txBody>
      </p:sp>
      <p:pic>
        <p:nvPicPr>
          <p:cNvPr id="4" name="Picture 3" descr="title_finance_ai_17755501486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Traditional loan approval heavily depends on historical credit (CIBIL).</a:t>
            </a:r>
          </a:p>
          <a:p>
            <a:pPr lvl="1"/>
            <a:r>
              <a:t>Students, freshers, and freelancers lack this history.</a:t>
            </a:r>
          </a:p>
          <a:p>
            <a:pPr lvl="1"/>
            <a:r>
              <a:t>Result: High rejection rates for financially capable users.</a:t>
            </a:r>
          </a:p>
        </p:txBody>
      </p:sp>
      <p:pic>
        <p:nvPicPr>
          <p:cNvPr id="4" name="Picture 3" descr="problem_loan_rejected_1775550165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657600" cy="0"/>
          </a:xfrm>
        </p:spPr>
        <p:txBody>
          <a:bodyPr/>
          <a:lstStyle/>
          <a:p>
            <a:r>
              <a:t>An AI-based evaluation system.</a:t>
            </a:r>
          </a:p>
          <a:p>
            <a:pPr lvl="1"/>
            <a:r>
              <a:t>Uses Alternative Data instead of past financial records.</a:t>
            </a:r>
          </a:p>
          <a:p>
            <a:pPr lvl="1"/>
            <a:r>
              <a:t>Focuses on behavior, digital activity, and mindset.</a:t>
            </a:r>
          </a:p>
        </p:txBody>
      </p:sp>
      <p:pic>
        <p:nvPicPr>
          <p:cNvPr id="4" name="Picture 3" descr="ai_decision_data_1775550182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0116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system utilizes six unique data modules:</a:t>
            </a:r>
          </a:p>
          <a:p>
            <a:pPr lvl="1"/>
            <a:r>
              <a:t>Behavioral: Savings and Consistency</a:t>
            </a:r>
          </a:p>
          <a:p>
            <a:pPr lvl="1"/>
            <a:r>
              <a:t>Career: Job Type, Skill Demand</a:t>
            </a:r>
          </a:p>
          <a:p>
            <a:pPr lvl="1"/>
            <a:r>
              <a:t>Goal: Purpose and Feasibility</a:t>
            </a:r>
          </a:p>
          <a:p>
            <a:pPr lvl="1"/>
            <a:r>
              <a:t>Digital: Screen Time &amp; Productivity</a:t>
            </a:r>
          </a:p>
          <a:p>
            <a:pPr lvl="1"/>
            <a:r>
              <a:t>Transaction: Spending &amp; Wallet Usage</a:t>
            </a:r>
          </a:p>
          <a:p>
            <a:pPr lvl="1"/>
            <a:r>
              <a:t>Mindset: Planning &amp; Stress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Algorithm: Random Forest</a:t>
            </a:r>
          </a:p>
          <a:p>
            <a:pPr lvl="1"/>
            <a:r>
              <a:t>Analyzes diverse features from all modules.</a:t>
            </a:r>
          </a:p>
          <a:p>
            <a:pPr lvl="1"/>
            <a:r>
              <a:t>Outputs a reliable Risk Level (Safe vs. Risky).</a:t>
            </a:r>
          </a:p>
          <a:p>
            <a:pPr lvl="1"/>
            <a:r>
              <a:t>Visualizes final score via dashboard.</a:t>
            </a:r>
          </a:p>
        </p:txBody>
      </p:sp>
      <p:pic>
        <p:nvPicPr>
          <p:cNvPr id="4" name="Picture 3" descr="random_forest_tech_17755502007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 &amp; Privacy</a:t>
            </a:r>
          </a:p>
          <a:p>
            <a:pPr lvl="1"/>
            <a:r>
              <a:t>Ensures a strict privacy-first framework using user consent.</a:t>
            </a:r>
          </a:p>
          <a:p>
            <a:pPr/>
            <a:r>
              <a:t>Impact</a:t>
            </a:r>
          </a:p>
          <a:p>
            <a:pPr lvl="1"/>
            <a:r>
              <a:t>Re-imagines financial inclusivity for those previously unbanked.</a:t>
            </a:r>
          </a:p>
          <a:p>
            <a:pPr lvl="1"/>
            <a:r>
              <a:t>"We are not judging who the user was in the past, we are predicting who they can become."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